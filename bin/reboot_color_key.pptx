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68"/>
    <p:restoredTop sz="94697"/>
  </p:normalViewPr>
  <p:slideViewPr>
    <p:cSldViewPr snapToGrid="0" snapToObjects="1">
      <p:cViewPr varScale="1">
        <p:scale>
          <a:sx n="68" d="100"/>
          <a:sy n="68" d="100"/>
        </p:scale>
        <p:origin x="208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B0D47-448C-B542-81E4-689D637C1E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00A8AE-EA10-BE4A-ABEE-FAD32C95A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34A89-3374-174A-8975-3DCB5462E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68235-293A-FE4C-ADC6-6426F25D68AF}" type="datetimeFigureOut">
              <a:rPr lang="en-US" smtClean="0"/>
              <a:t>7/9/23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0487A-45C4-0044-8060-22AE3E050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9764A-9664-D640-BEE4-FA7E7A31A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D883-84F6-BE43-8585-AAF532D5A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50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B4FA-D6A5-4D4C-BD19-30485EC67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16D43-A842-284C-A654-42F5AF2F0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0F4EA-69D1-6142-958E-0AFC9924B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68235-293A-FE4C-ADC6-6426F25D68AF}" type="datetimeFigureOut">
              <a:rPr lang="en-US" smtClean="0"/>
              <a:t>7/9/23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6D806-83FA-8A42-A5AE-6583448D8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A72CA-A993-5C47-91BB-8717AF0C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D883-84F6-BE43-8585-AAF532D5A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750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D3F8C-168C-A74D-8BD6-A6467BE3D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B6E77-6F52-4C42-966E-95DAA0AFD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7C053-3856-5144-AC9B-15015B60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68235-293A-FE4C-ADC6-6426F25D68AF}" type="datetimeFigureOut">
              <a:rPr lang="en-US" smtClean="0"/>
              <a:t>7/9/23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314D8-359D-4A48-81E9-56241C3EC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15A22-4D0B-2345-805D-2F1A12891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D883-84F6-BE43-8585-AAF532D5A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24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D37BB-E001-9842-ACEB-82121E984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39848-7038-8040-A601-B654CA7B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3742AA-AEFF-C94E-87C8-0A93897EB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6306B-FB5C-AD4A-AA35-3AF97C017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68235-293A-FE4C-ADC6-6426F25D68AF}" type="datetimeFigureOut">
              <a:rPr lang="en-US" smtClean="0"/>
              <a:t>7/9/23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55535-C8CC-F04E-9DED-F2439D1EC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65A53-1123-A34F-8C76-DFB49946D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D883-84F6-BE43-8585-AAF532D5A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234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15553-58A1-5042-BAA6-B5A428820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3A445-CFD8-0747-B8D1-3F02FFC89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95302-45FB-064A-ADC1-EB971322F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50BFE1-F173-A34C-8E72-B4612130C2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307D25-1F4D-7743-9FAB-0E105526A7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F84E0D-502E-1F4B-AD06-1621FCE60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68235-293A-FE4C-ADC6-6426F25D68AF}" type="datetimeFigureOut">
              <a:rPr lang="en-US" smtClean="0"/>
              <a:t>7/9/23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76A5F-156B-5F48-956E-71299769E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165803-2613-A741-A41E-F7CD6317A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D883-84F6-BE43-8585-AAF532D5A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15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46F0B-48AA-064C-A05D-CFA68D99A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B6AA6B-B265-6343-BC83-D07F4C644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68235-293A-FE4C-ADC6-6426F25D68AF}" type="datetimeFigureOut">
              <a:rPr lang="en-US" smtClean="0"/>
              <a:t>7/9/23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3B6832-C669-7042-A656-F716FA94C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5C972E-11AF-404E-9C10-57ED5CEFC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D883-84F6-BE43-8585-AAF532D5A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237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342A9-091D-5447-ACCE-9192C5562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68235-293A-FE4C-ADC6-6426F25D68AF}" type="datetimeFigureOut">
              <a:rPr lang="en-US" smtClean="0"/>
              <a:t>7/9/23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7D38E4-1A80-8743-A692-1EB03ECDB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8B2FE-BE80-0D42-89F7-ED24C6144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D883-84F6-BE43-8585-AAF532D5A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78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C22AD-D3D9-A345-85CA-E43950FE9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3EBBE-F53E-A24F-A84F-09B694FE6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0AB737-1374-5741-8ECF-AD07AE4D5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4DDD6-3371-3446-A1DE-C0958C81A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68235-293A-FE4C-ADC6-6426F25D68AF}" type="datetimeFigureOut">
              <a:rPr lang="en-US" smtClean="0"/>
              <a:t>7/9/23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60D72-FC72-B64F-8282-B18532344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40D32-569F-C14F-A0B9-E83DDF078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D883-84F6-BE43-8585-AAF532D5A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819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FD50D-B9B5-464E-8D13-8872EFC02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82D658-F95F-CD4C-A490-E21EFE1BC8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3864C-E795-2E4C-837A-53EA4C98A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DCB13-74C2-D144-93D0-555B1FB8F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68235-293A-FE4C-ADC6-6426F25D68AF}" type="datetimeFigureOut">
              <a:rPr lang="en-US" smtClean="0"/>
              <a:t>7/9/23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F74BC-1016-DB4B-B66C-E88E369F2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6C8E2-238E-E247-A4A3-4D72E6E2B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D883-84F6-BE43-8585-AAF532D5A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054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C1A1A-C648-7F46-A9C6-07C73BD7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7D19FD-4773-D54A-9F14-40AEB691F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59BD1-7291-2545-BB3F-655F86A15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68235-293A-FE4C-ADC6-6426F25D68AF}" type="datetimeFigureOut">
              <a:rPr lang="en-US" smtClean="0"/>
              <a:t>7/9/23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F4FEB-8D3E-A648-BD1C-F7EA0CC9A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6E571-B33D-594E-8DE7-FF6B82D12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D883-84F6-BE43-8585-AAF532D5A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566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0D4FEC-1683-CC45-85DB-4C635ED8E5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6BB064-6D75-9C4C-97A9-07E1851CE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E5581-D758-3042-B82B-9CE082613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68235-293A-FE4C-ADC6-6426F25D68AF}" type="datetimeFigureOut">
              <a:rPr lang="en-US" smtClean="0"/>
              <a:t>7/9/23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915A5-7E04-C043-A2A3-F48BD00D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21BD9-8301-864C-8F0C-DE88D3441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D883-84F6-BE43-8585-AAF532D5A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87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CED45F-FB3B-0446-818C-6EA3F0277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A567C-A9BD-4449-A4E6-162EDB965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11C63-1B0B-4249-995B-6F26C3489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68235-293A-FE4C-ADC6-6426F25D68AF}" type="datetimeFigureOut">
              <a:rPr lang="en-US" smtClean="0"/>
              <a:t>7/9/23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A40DF-FCAD-DC4C-BB92-A4ADBC6AA1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8C9B8-EA6E-C648-AA71-FA4A50FFF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DD883-84F6-BE43-8585-AAF532D5A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94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4741E-2138-DE4B-AC66-AD5218713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3573" y="187338"/>
            <a:ext cx="9144000" cy="424543"/>
          </a:xfrm>
        </p:spPr>
        <p:txBody>
          <a:bodyPr>
            <a:noAutofit/>
          </a:bodyPr>
          <a:lstStyle/>
          <a:p>
            <a:r>
              <a:rPr lang="en-US" sz="2800" b="1" dirty="0"/>
              <a:t>Reboot Color Key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374E4B6-E51F-8543-9229-7AEAAE17B303}"/>
              </a:ext>
            </a:extLst>
          </p:cNvPr>
          <p:cNvSpPr/>
          <p:nvPr/>
        </p:nvSpPr>
        <p:spPr>
          <a:xfrm>
            <a:off x="984933" y="719546"/>
            <a:ext cx="548640" cy="54864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B9D9BBD-D775-3848-B067-E8034F85BB89}"/>
              </a:ext>
            </a:extLst>
          </p:cNvPr>
          <p:cNvSpPr/>
          <p:nvPr/>
        </p:nvSpPr>
        <p:spPr>
          <a:xfrm>
            <a:off x="984933" y="1357449"/>
            <a:ext cx="548640" cy="548640"/>
          </a:xfrm>
          <a:prstGeom prst="ellipse">
            <a:avLst/>
          </a:prstGeom>
          <a:solidFill>
            <a:srgbClr val="FF0000"/>
          </a:solidFill>
          <a:ln w="317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93AD844-655C-7F47-B982-03C4D103D2C9}"/>
              </a:ext>
            </a:extLst>
          </p:cNvPr>
          <p:cNvSpPr/>
          <p:nvPr/>
        </p:nvSpPr>
        <p:spPr>
          <a:xfrm>
            <a:off x="4143580" y="719546"/>
            <a:ext cx="548640" cy="548640"/>
          </a:xfrm>
          <a:prstGeom prst="ellipse">
            <a:avLst/>
          </a:prstGeom>
          <a:solidFill>
            <a:srgbClr val="FFFF00"/>
          </a:solidFill>
          <a:ln w="317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5DCECB-501D-8946-98B8-AC7397662815}"/>
              </a:ext>
            </a:extLst>
          </p:cNvPr>
          <p:cNvSpPr txBox="1"/>
          <p:nvPr/>
        </p:nvSpPr>
        <p:spPr>
          <a:xfrm>
            <a:off x="10974471" y="424543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C70987-7475-A245-BC25-7054774EF25D}"/>
              </a:ext>
            </a:extLst>
          </p:cNvPr>
          <p:cNvSpPr/>
          <p:nvPr/>
        </p:nvSpPr>
        <p:spPr>
          <a:xfrm>
            <a:off x="4143580" y="1380935"/>
            <a:ext cx="548640" cy="548640"/>
          </a:xfrm>
          <a:prstGeom prst="ellipse">
            <a:avLst/>
          </a:prstGeom>
          <a:solidFill>
            <a:srgbClr val="FFFF00"/>
          </a:solidFill>
          <a:ln w="317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F9AE1D-3865-6547-9E5D-A9894CAD1E5F}"/>
              </a:ext>
            </a:extLst>
          </p:cNvPr>
          <p:cNvSpPr txBox="1"/>
          <p:nvPr/>
        </p:nvSpPr>
        <p:spPr>
          <a:xfrm>
            <a:off x="4201231" y="1368409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7030A0"/>
                </a:solidFill>
              </a:rPr>
              <a:t>*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6018814-A827-1B4A-997E-55A794111641}"/>
              </a:ext>
            </a:extLst>
          </p:cNvPr>
          <p:cNvSpPr/>
          <p:nvPr/>
        </p:nvSpPr>
        <p:spPr>
          <a:xfrm>
            <a:off x="4158194" y="2216664"/>
            <a:ext cx="548640" cy="5486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17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E483CC4-814E-CC4A-BE1B-72DDC48DD18B}"/>
              </a:ext>
            </a:extLst>
          </p:cNvPr>
          <p:cNvSpPr/>
          <p:nvPr/>
        </p:nvSpPr>
        <p:spPr>
          <a:xfrm>
            <a:off x="4158194" y="2839953"/>
            <a:ext cx="548640" cy="5486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17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63121B-D8B5-6C47-8AB8-2935F276451A}"/>
              </a:ext>
            </a:extLst>
          </p:cNvPr>
          <p:cNvSpPr txBox="1"/>
          <p:nvPr/>
        </p:nvSpPr>
        <p:spPr>
          <a:xfrm>
            <a:off x="4215845" y="2846477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7030A0"/>
                </a:solidFill>
              </a:rPr>
              <a:t>*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F8A92C5-EF2A-F24B-B5A9-AA722A1D1E45}"/>
              </a:ext>
            </a:extLst>
          </p:cNvPr>
          <p:cNvSpPr/>
          <p:nvPr/>
        </p:nvSpPr>
        <p:spPr>
          <a:xfrm>
            <a:off x="4158194" y="3599091"/>
            <a:ext cx="548640" cy="548640"/>
          </a:xfrm>
          <a:prstGeom prst="ellipse">
            <a:avLst/>
          </a:prstGeom>
          <a:solidFill>
            <a:srgbClr val="7030A0"/>
          </a:solidFill>
          <a:ln w="317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50A1F3D-80EF-F64D-9EE6-5E25E600540A}"/>
              </a:ext>
            </a:extLst>
          </p:cNvPr>
          <p:cNvSpPr/>
          <p:nvPr/>
        </p:nvSpPr>
        <p:spPr>
          <a:xfrm>
            <a:off x="4158194" y="4222380"/>
            <a:ext cx="548640" cy="548640"/>
          </a:xfrm>
          <a:prstGeom prst="ellipse">
            <a:avLst/>
          </a:prstGeom>
          <a:solidFill>
            <a:srgbClr val="7030A0"/>
          </a:solidFill>
          <a:ln w="317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8921F4-F387-B84D-985F-775ECF37EE70}"/>
              </a:ext>
            </a:extLst>
          </p:cNvPr>
          <p:cNvSpPr txBox="1"/>
          <p:nvPr/>
        </p:nvSpPr>
        <p:spPr>
          <a:xfrm>
            <a:off x="4199918" y="4245063"/>
            <a:ext cx="465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3C21303-2654-ED4D-8463-5DBFA8ECA3A9}"/>
              </a:ext>
            </a:extLst>
          </p:cNvPr>
          <p:cNvSpPr/>
          <p:nvPr/>
        </p:nvSpPr>
        <p:spPr>
          <a:xfrm>
            <a:off x="8602845" y="719546"/>
            <a:ext cx="548640" cy="548640"/>
          </a:xfrm>
          <a:prstGeom prst="ellipse">
            <a:avLst/>
          </a:prstGeom>
          <a:solidFill>
            <a:srgbClr val="00B050"/>
          </a:solidFill>
          <a:ln w="317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146A95A-6848-434D-AD1E-575961805836}"/>
              </a:ext>
            </a:extLst>
          </p:cNvPr>
          <p:cNvSpPr/>
          <p:nvPr/>
        </p:nvSpPr>
        <p:spPr>
          <a:xfrm>
            <a:off x="8602845" y="1357449"/>
            <a:ext cx="548640" cy="548640"/>
          </a:xfrm>
          <a:prstGeom prst="ellipse">
            <a:avLst/>
          </a:prstGeom>
          <a:solidFill>
            <a:srgbClr val="FF0000"/>
          </a:solidFill>
          <a:ln w="317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4598F6-F2A3-2640-A711-114E5C74883D}"/>
              </a:ext>
            </a:extLst>
          </p:cNvPr>
          <p:cNvSpPr txBox="1"/>
          <p:nvPr/>
        </p:nvSpPr>
        <p:spPr>
          <a:xfrm>
            <a:off x="8669621" y="1357449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7030A0"/>
                </a:solidFill>
              </a:rPr>
              <a:t>*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6341C0-38C3-264E-971F-22E66E4365F3}"/>
              </a:ext>
            </a:extLst>
          </p:cNvPr>
          <p:cNvSpPr txBox="1"/>
          <p:nvPr/>
        </p:nvSpPr>
        <p:spPr>
          <a:xfrm>
            <a:off x="1595164" y="846496"/>
            <a:ext cx="1636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Network Found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414A51-DBF3-7A46-BE92-C5FC16B177C2}"/>
              </a:ext>
            </a:extLst>
          </p:cNvPr>
          <p:cNvSpPr txBox="1"/>
          <p:nvPr/>
        </p:nvSpPr>
        <p:spPr>
          <a:xfrm>
            <a:off x="1595164" y="1400223"/>
            <a:ext cx="11753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Network </a:t>
            </a:r>
          </a:p>
          <a:p>
            <a:r>
              <a:rPr lang="en-US" dirty="0"/>
              <a:t>Not Found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05AB7C-BCFE-3F40-ABF2-0FCB85109C9C}"/>
              </a:ext>
            </a:extLst>
          </p:cNvPr>
          <p:cNvSpPr txBox="1"/>
          <p:nvPr/>
        </p:nvSpPr>
        <p:spPr>
          <a:xfrm>
            <a:off x="4857098" y="809200"/>
            <a:ext cx="19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Updating moos-</a:t>
            </a:r>
            <a:r>
              <a:rPr lang="en-US" dirty="0" err="1"/>
              <a:t>ivp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D9E234-8A3A-6448-8331-5CA9440225DB}"/>
              </a:ext>
            </a:extLst>
          </p:cNvPr>
          <p:cNvSpPr txBox="1"/>
          <p:nvPr/>
        </p:nvSpPr>
        <p:spPr>
          <a:xfrm>
            <a:off x="4857098" y="1443203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Building moos-</a:t>
            </a:r>
            <a:r>
              <a:rPr lang="en-US" dirty="0" err="1"/>
              <a:t>ivp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FDBB97-1A1A-FE45-8F3A-BF32F1ABB289}"/>
              </a:ext>
            </a:extLst>
          </p:cNvPr>
          <p:cNvSpPr txBox="1"/>
          <p:nvPr/>
        </p:nvSpPr>
        <p:spPr>
          <a:xfrm>
            <a:off x="4878326" y="2244050"/>
            <a:ext cx="2383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Updating project-</a:t>
            </a:r>
            <a:r>
              <a:rPr lang="en-US" dirty="0" err="1"/>
              <a:t>vandv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59AB04-C1F6-C04B-A88D-731B987104AE}"/>
              </a:ext>
            </a:extLst>
          </p:cNvPr>
          <p:cNvSpPr txBox="1"/>
          <p:nvPr/>
        </p:nvSpPr>
        <p:spPr>
          <a:xfrm>
            <a:off x="4878326" y="2839953"/>
            <a:ext cx="2281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Building project-</a:t>
            </a:r>
            <a:r>
              <a:rPr lang="en-US" dirty="0" err="1"/>
              <a:t>vandv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FCDD06-D6C0-F545-A952-58E1F43EF81D}"/>
              </a:ext>
            </a:extLst>
          </p:cNvPr>
          <p:cNvSpPr txBox="1"/>
          <p:nvPr/>
        </p:nvSpPr>
        <p:spPr>
          <a:xfrm>
            <a:off x="4878326" y="3662240"/>
            <a:ext cx="2661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Updating moos-</a:t>
            </a:r>
            <a:r>
              <a:rPr lang="en-US" dirty="0" err="1"/>
              <a:t>ivp</a:t>
            </a:r>
            <a:r>
              <a:rPr lang="en-US" dirty="0"/>
              <a:t>-swarm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EECE90-B084-934C-8FE5-9D887F7DC7A4}"/>
              </a:ext>
            </a:extLst>
          </p:cNvPr>
          <p:cNvSpPr txBox="1"/>
          <p:nvPr/>
        </p:nvSpPr>
        <p:spPr>
          <a:xfrm>
            <a:off x="4878326" y="4258143"/>
            <a:ext cx="2559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Building moos-</a:t>
            </a:r>
            <a:r>
              <a:rPr lang="en-US" dirty="0" err="1"/>
              <a:t>ivp</a:t>
            </a:r>
            <a:r>
              <a:rPr lang="en-US" dirty="0"/>
              <a:t>-swarm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305996-CDF8-8349-8E3C-A387D9B54623}"/>
              </a:ext>
            </a:extLst>
          </p:cNvPr>
          <p:cNvSpPr txBox="1"/>
          <p:nvPr/>
        </p:nvSpPr>
        <p:spPr>
          <a:xfrm>
            <a:off x="9316934" y="768660"/>
            <a:ext cx="1471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 – All OK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901B3E-51F2-DE43-A4C9-16103F20A9D3}"/>
              </a:ext>
            </a:extLst>
          </p:cNvPr>
          <p:cNvSpPr txBox="1"/>
          <p:nvPr/>
        </p:nvSpPr>
        <p:spPr>
          <a:xfrm>
            <a:off x="9316934" y="1447103"/>
            <a:ext cx="17994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Done – </a:t>
            </a:r>
          </a:p>
          <a:p>
            <a:r>
              <a:rPr lang="en-US" dirty="0"/>
              <a:t>Something Failed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19CF43D-D925-7116-A65C-6612A7B625F3}"/>
              </a:ext>
            </a:extLst>
          </p:cNvPr>
          <p:cNvSpPr/>
          <p:nvPr/>
        </p:nvSpPr>
        <p:spPr>
          <a:xfrm>
            <a:off x="4143580" y="4975045"/>
            <a:ext cx="548640" cy="548640"/>
          </a:xfrm>
          <a:prstGeom prst="ellipse">
            <a:avLst/>
          </a:prstGeom>
          <a:solidFill>
            <a:srgbClr val="00FDFF"/>
          </a:solidFill>
          <a:ln w="317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2C44B81-BC54-88E5-81A0-B3E1F519932A}"/>
              </a:ext>
            </a:extLst>
          </p:cNvPr>
          <p:cNvSpPr/>
          <p:nvPr/>
        </p:nvSpPr>
        <p:spPr>
          <a:xfrm>
            <a:off x="4143580" y="5608489"/>
            <a:ext cx="548640" cy="548640"/>
          </a:xfrm>
          <a:prstGeom prst="ellipse">
            <a:avLst/>
          </a:prstGeom>
          <a:solidFill>
            <a:srgbClr val="00FDFF"/>
          </a:solidFill>
          <a:ln w="317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E3A1A2-3450-7714-DB8D-06D8F940211A}"/>
              </a:ext>
            </a:extLst>
          </p:cNvPr>
          <p:cNvSpPr txBox="1"/>
          <p:nvPr/>
        </p:nvSpPr>
        <p:spPr>
          <a:xfrm>
            <a:off x="4199918" y="5608489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02060"/>
                </a:solidFill>
              </a:rPr>
              <a:t>*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6D734D-E57B-C4EE-2DC1-36B55416C419}"/>
              </a:ext>
            </a:extLst>
          </p:cNvPr>
          <p:cNvSpPr txBox="1"/>
          <p:nvPr/>
        </p:nvSpPr>
        <p:spPr>
          <a:xfrm>
            <a:off x="4878326" y="4976866"/>
            <a:ext cx="2653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Updating moos-ivp-</a:t>
            </a:r>
            <a:r>
              <a:rPr lang="en-US" dirty="0" err="1"/>
              <a:t>pavlab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B994DA-7CC5-48FC-79FF-CC19D2570ED8}"/>
              </a:ext>
            </a:extLst>
          </p:cNvPr>
          <p:cNvSpPr txBox="1"/>
          <p:nvPr/>
        </p:nvSpPr>
        <p:spPr>
          <a:xfrm>
            <a:off x="4878326" y="5648969"/>
            <a:ext cx="2551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Building moos-ivp-</a:t>
            </a:r>
            <a:r>
              <a:rPr lang="en-US" dirty="0" err="1"/>
              <a:t>pavlab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368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38</Words>
  <Application>Microsoft Macintosh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Reboot Color Key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Reboot Color Key</dc:title>
  <dc:creator>Michael Richard Benjamin</dc:creator>
  <cp:lastModifiedBy>Michael Richard Benjamin</cp:lastModifiedBy>
  <cp:revision>3</cp:revision>
  <cp:lastPrinted>2023-07-09T16:50:25Z</cp:lastPrinted>
  <dcterms:created xsi:type="dcterms:W3CDTF">2020-02-04T00:29:07Z</dcterms:created>
  <dcterms:modified xsi:type="dcterms:W3CDTF">2023-07-09T16:50:26Z</dcterms:modified>
</cp:coreProperties>
</file>